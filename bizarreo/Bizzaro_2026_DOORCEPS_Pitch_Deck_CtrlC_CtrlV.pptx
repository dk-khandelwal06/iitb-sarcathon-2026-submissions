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65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20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DESIGN MISTAKE.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Doorway Into a Rep.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2834640" cy="0"/>
          </a:xfrm>
          <a:prstGeom prst="line">
            <a:avLst/>
          </a:prstGeom>
          <a:noFill/>
          <a:ln w="19050">
            <a:solidFill>
              <a:srgbClr val="3A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 smallest gym is already installed in your house.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999134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18181B"/>
          </a:solidFill>
          <a:ln w="12700">
            <a:solidFill>
              <a:srgbClr val="3A3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9329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OBJECT: </a:t>
            </a:r>
            <a:r>
              <a:rPr lang="en-US" sz="115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 handle mounted right beside the hinge — the worst possible place for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10728" y="1252728"/>
            <a:ext cx="2935224" cy="4489704"/>
          </a:xfrm>
          <a:prstGeom prst="rect">
            <a:avLst/>
          </a:prstGeom>
          <a:ln w="38100">
            <a:solidFill>
              <a:srgbClr val="3A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1417320"/>
            <a:ext cx="2606040" cy="4160520"/>
          </a:xfrm>
          <a:prstGeom prst="rect">
            <a:avLst/>
          </a:prstGeom>
          <a:solidFill>
            <a:srgbClr val="18181B"/>
          </a:solidFill>
          <a:ln w="19050">
            <a:solidFill>
              <a:srgbClr val="3A3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5884" y="1916582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15884" y="2106778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5884" y="2296973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215884" y="4579315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5884" y="4769510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5884" y="4959706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1682" y="3341561"/>
            <a:ext cx="886054" cy="312039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 w="28575">
            <a:solidFill>
              <a:srgbClr val="D6F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614" y="3416450"/>
            <a:ext cx="0" cy="162260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74709" y="3416450"/>
            <a:ext cx="0" cy="162260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2804" y="3416450"/>
            <a:ext cx="0" cy="162260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1331" y="3400848"/>
            <a:ext cx="193464" cy="193464"/>
          </a:xfrm>
          <a:prstGeom prst="ellipse">
            <a:avLst/>
          </a:prstGeom>
          <a:solidFill>
            <a:srgbClr val="0B0B0D"/>
          </a:solidFill>
          <a:ln w="25400">
            <a:solidFill>
              <a:srgbClr val="D6F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08063" y="3435671"/>
            <a:ext cx="0" cy="61909"/>
          </a:xfrm>
          <a:prstGeom prst="line">
            <a:avLst/>
          </a:prstGeom>
          <a:noFill/>
          <a:ln w="19050">
            <a:solidFill>
              <a:srgbClr val="D6F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 flipV="1">
            <a:off x="8564590" y="1371600"/>
            <a:ext cx="1198778" cy="548640"/>
          </a:xfrm>
          <a:prstGeom prst="curvedRightArrow">
            <a:avLst/>
          </a:prstGeom>
          <a:solidFill>
            <a:srgbClr val="D6FF3D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36758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50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HERE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4B576C-FEC6-21F9-F554-8158C6EC4194}"/>
              </a:ext>
            </a:extLst>
          </p:cNvPr>
          <p:cNvSpPr/>
          <p:nvPr/>
        </p:nvSpPr>
        <p:spPr>
          <a:xfrm>
            <a:off x="594360" y="4180258"/>
            <a:ext cx="2228747" cy="61396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Team Name</a:t>
            </a:r>
            <a:br>
              <a:rPr lang="en-US" dirty="0"/>
            </a:br>
            <a:r>
              <a:rPr lang="en-US" dirty="0"/>
              <a:t>Ctrl C + Ctrl V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496A57C-A037-3A11-3C58-7E710A4605E3}"/>
              </a:ext>
            </a:extLst>
          </p:cNvPr>
          <p:cNvSpPr/>
          <p:nvPr/>
        </p:nvSpPr>
        <p:spPr>
          <a:xfrm>
            <a:off x="3558910" y="4075761"/>
            <a:ext cx="1755483" cy="8229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4E0CB-67BE-6966-EE3E-C4C09E818A94}"/>
              </a:ext>
            </a:extLst>
          </p:cNvPr>
          <p:cNvSpPr txBox="1"/>
          <p:nvPr/>
        </p:nvSpPr>
        <p:spPr>
          <a:xfrm>
            <a:off x="3019332" y="4051822"/>
            <a:ext cx="2834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solidFill>
                  <a:schemeClr val="bg1"/>
                </a:solidFill>
              </a:rPr>
              <a:t>Team Members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Daksh Khandelwal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Khushi Kushwah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D1C8D0-6B9D-800F-720D-8AE36529643A}"/>
              </a:ext>
            </a:extLst>
          </p:cNvPr>
          <p:cNvCxnSpPr/>
          <p:nvPr/>
        </p:nvCxnSpPr>
        <p:spPr>
          <a:xfrm>
            <a:off x="2669059" y="4487241"/>
            <a:ext cx="88985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20" dirty="0">
                <a:solidFill>
                  <a:srgbClr val="9B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Have a Motivation Problem.
</a:t>
            </a:r>
            <a:r>
              <a:rPr lang="en-US" sz="3400" b="1" dirty="0">
                <a:solidFill>
                  <a:srgbClr val="9B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Time Problem.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57984" y="276148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25146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2514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22776" y="276148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11" name="Shape 9"/>
          <p:cNvSpPr/>
          <p:nvPr/>
        </p:nvSpPr>
        <p:spPr>
          <a:xfrm>
            <a:off x="4215384" y="25146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5384" y="2514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87568" y="276148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0176" y="251460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2514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813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B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DOORCEPS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0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157984" y="440740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1605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D6FF3D"/>
          </a:solidFill>
          <a:ln w="15875">
            <a:solidFill>
              <a:srgbClr val="D6F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4160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922776" y="440740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15384" y="41605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D6FF3D"/>
          </a:solidFill>
          <a:ln w="15875">
            <a:solidFill>
              <a:srgbClr val="D6F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5384" y="4160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87568" y="4407408"/>
            <a:ext cx="237744" cy="164592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0176" y="41605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8D8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41605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732520" y="2468880"/>
            <a:ext cx="2834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2633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WORKOUT ASKS FOR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61120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0" y="3401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61120" y="38039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6112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111113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39496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create another habit when we can upgrade one you already have?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20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DOORCEPS.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door. Same motion. One handle moved on purpose.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52728" y="1801368"/>
            <a:ext cx="2295144" cy="3392424"/>
          </a:xfrm>
          <a:prstGeom prst="rect">
            <a:avLst/>
          </a:prstGeom>
          <a:ln w="38100">
            <a:solidFill>
              <a:srgbClr val="3A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965960"/>
            <a:ext cx="1965960" cy="3063240"/>
          </a:xfrm>
          <a:prstGeom prst="rect">
            <a:avLst/>
          </a:prstGeom>
          <a:solidFill>
            <a:srgbClr val="18181B"/>
          </a:solidFill>
          <a:ln w="19050">
            <a:solidFill>
              <a:srgbClr val="3A3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7884" y="2267712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8" name="Shape 6"/>
          <p:cNvSpPr/>
          <p:nvPr/>
        </p:nvSpPr>
        <p:spPr>
          <a:xfrm>
            <a:off x="1357884" y="2457907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9" name="Shape 7"/>
          <p:cNvSpPr/>
          <p:nvPr/>
        </p:nvSpPr>
        <p:spPr>
          <a:xfrm>
            <a:off x="1357884" y="2648102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0" name="Shape 8"/>
          <p:cNvSpPr/>
          <p:nvPr/>
        </p:nvSpPr>
        <p:spPr>
          <a:xfrm>
            <a:off x="1357884" y="4228186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1" name="Shape 9"/>
          <p:cNvSpPr/>
          <p:nvPr/>
        </p:nvSpPr>
        <p:spPr>
          <a:xfrm>
            <a:off x="1357884" y="4418381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7884" y="4608576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16556" y="3382709"/>
            <a:ext cx="668426" cy="229743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 w="28575">
            <a:solidFill>
              <a:srgbClr val="9A9A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3609" y="3437847"/>
            <a:ext cx="0" cy="119466"/>
          </a:xfrm>
          <a:prstGeom prst="line">
            <a:avLst/>
          </a:prstGeom>
          <a:noFill/>
          <a:ln w="15875">
            <a:solidFill>
              <a:srgbClr val="9A9AA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50769" y="3437847"/>
            <a:ext cx="0" cy="119466"/>
          </a:xfrm>
          <a:prstGeom prst="line">
            <a:avLst/>
          </a:prstGeom>
          <a:noFill/>
          <a:ln w="15875">
            <a:solidFill>
              <a:srgbClr val="9A9AA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7928" y="3437847"/>
            <a:ext cx="0" cy="119466"/>
          </a:xfrm>
          <a:prstGeom prst="line">
            <a:avLst/>
          </a:prstGeom>
          <a:noFill/>
          <a:ln w="15875">
            <a:solidFill>
              <a:srgbClr val="9A9AA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6640" y="3426360"/>
            <a:ext cx="142441" cy="142441"/>
          </a:xfrm>
          <a:prstGeom prst="ellipse">
            <a:avLst/>
          </a:prstGeom>
          <a:solidFill>
            <a:srgbClr val="0B0B0D"/>
          </a:solidFill>
          <a:ln w="25400">
            <a:solidFill>
              <a:srgbClr val="9A9A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7860" y="3451999"/>
            <a:ext cx="0" cy="45581"/>
          </a:xfrm>
          <a:prstGeom prst="line">
            <a:avLst/>
          </a:prstGeom>
          <a:noFill/>
          <a:ln w="19050">
            <a:solidFill>
              <a:srgbClr val="9A9A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 flipV="1">
            <a:off x="2716820" y="1920240"/>
            <a:ext cx="393192" cy="548640"/>
          </a:xfrm>
          <a:prstGeom prst="curvedRightArrow">
            <a:avLst/>
          </a:prstGeom>
          <a:solidFill>
            <a:srgbClr val="9A9AA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193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HANDLE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95928" y="1801368"/>
            <a:ext cx="2295144" cy="3392424"/>
          </a:xfrm>
          <a:prstGeom prst="rect">
            <a:avLst/>
          </a:prstGeom>
          <a:ln w="38100">
            <a:solidFill>
              <a:srgbClr val="3A3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1965960"/>
            <a:ext cx="1965960" cy="3063240"/>
          </a:xfrm>
          <a:prstGeom prst="rect">
            <a:avLst/>
          </a:prstGeom>
          <a:solidFill>
            <a:srgbClr val="18181B"/>
          </a:solidFill>
          <a:ln w="19050">
            <a:solidFill>
              <a:srgbClr val="3A3A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1084" y="2267712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4" name="Shape 22"/>
          <p:cNvSpPr/>
          <p:nvPr/>
        </p:nvSpPr>
        <p:spPr>
          <a:xfrm>
            <a:off x="4101084" y="2457907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5" name="Shape 23"/>
          <p:cNvSpPr/>
          <p:nvPr/>
        </p:nvSpPr>
        <p:spPr>
          <a:xfrm>
            <a:off x="4101084" y="2648102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6" name="Shape 24"/>
          <p:cNvSpPr/>
          <p:nvPr/>
        </p:nvSpPr>
        <p:spPr>
          <a:xfrm>
            <a:off x="4101084" y="4228186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7" name="Shape 25"/>
          <p:cNvSpPr/>
          <p:nvPr/>
        </p:nvSpPr>
        <p:spPr>
          <a:xfrm>
            <a:off x="4101084" y="4418381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01084" y="4608576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8478" y="3382709"/>
            <a:ext cx="668426" cy="229743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 w="28575">
            <a:solidFill>
              <a:srgbClr val="D6FF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531" y="3437847"/>
            <a:ext cx="0" cy="119466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2691" y="3437847"/>
            <a:ext cx="0" cy="119466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9850" y="3437847"/>
            <a:ext cx="0" cy="119466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8562" y="3426360"/>
            <a:ext cx="142441" cy="142441"/>
          </a:xfrm>
          <a:prstGeom prst="ellipse">
            <a:avLst/>
          </a:prstGeom>
          <a:solidFill>
            <a:srgbClr val="0B0B0D"/>
          </a:solidFill>
          <a:ln w="25400">
            <a:solidFill>
              <a:srgbClr val="D6FF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9782" y="3451999"/>
            <a:ext cx="0" cy="45581"/>
          </a:xfrm>
          <a:prstGeom prst="line">
            <a:avLst/>
          </a:prstGeom>
          <a:noFill/>
          <a:ln w="19050">
            <a:solidFill>
              <a:srgbClr val="D6FF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0800000" flipV="1">
            <a:off x="4378742" y="1920240"/>
            <a:ext cx="904342" cy="548640"/>
          </a:xfrm>
          <a:prstGeom prst="curvedRightArrow">
            <a:avLst/>
          </a:prstGeom>
          <a:solidFill>
            <a:srgbClr val="D6FF3D"/>
          </a:solidFill>
          <a:ln/>
        </p:spPr>
      </p:sp>
      <p:sp>
        <p:nvSpPr>
          <p:cNvPr id="36" name="Text 34"/>
          <p:cNvSpPr/>
          <p:nvPr/>
        </p:nvSpPr>
        <p:spPr>
          <a:xfrm>
            <a:off x="3886200" y="5193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6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5532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from hinge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force required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86200" y="5532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hinge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required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37960" y="1874520"/>
            <a:ext cx="0" cy="3794760"/>
          </a:xfrm>
          <a:prstGeom prst="line">
            <a:avLst/>
          </a:prstGeom>
          <a:noFill/>
          <a:ln w="15875">
            <a:solidFill>
              <a:srgbClr val="3A3A4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635240" y="3108960"/>
            <a:ext cx="3566160" cy="777240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 w="28575">
            <a:solidFill>
              <a:srgbClr val="D6F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9795" y="3295498"/>
            <a:ext cx="0" cy="404165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0" y="3295498"/>
            <a:ext cx="0" cy="404165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16845" y="3295498"/>
            <a:ext cx="0" cy="404165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36361" y="3256636"/>
            <a:ext cx="481889" cy="481889"/>
          </a:xfrm>
          <a:prstGeom prst="ellipse">
            <a:avLst/>
          </a:prstGeom>
          <a:solidFill>
            <a:srgbClr val="0B0B0D"/>
          </a:solidFill>
          <a:ln w="25400">
            <a:solidFill>
              <a:srgbClr val="D6FF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77306" y="3343376"/>
            <a:ext cx="0" cy="154204"/>
          </a:xfrm>
          <a:prstGeom prst="line">
            <a:avLst/>
          </a:prstGeom>
          <a:noFill/>
          <a:ln w="19050">
            <a:solidFill>
              <a:srgbClr val="D6FF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62088" y="3190342"/>
            <a:ext cx="146304" cy="146304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47" name="Shape 45"/>
          <p:cNvSpPr/>
          <p:nvPr/>
        </p:nvSpPr>
        <p:spPr>
          <a:xfrm>
            <a:off x="7562088" y="3424428"/>
            <a:ext cx="146304" cy="146304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48" name="Shape 46"/>
          <p:cNvSpPr/>
          <p:nvPr/>
        </p:nvSpPr>
        <p:spPr>
          <a:xfrm>
            <a:off x="7562088" y="3658514"/>
            <a:ext cx="146304" cy="146304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49" name="Shape 47"/>
          <p:cNvSpPr/>
          <p:nvPr/>
        </p:nvSpPr>
        <p:spPr>
          <a:xfrm>
            <a:off x="7635240" y="3497580"/>
            <a:ext cx="0" cy="0"/>
          </a:xfrm>
          <a:prstGeom prst="line">
            <a:avLst/>
          </a:prstGeom>
          <a:noFill/>
          <a:ln w="19050">
            <a:solidFill>
              <a:srgbClr val="3A3A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1837944"/>
            <a:ext cx="82296" cy="82296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51" name="Text 49"/>
          <p:cNvSpPr/>
          <p:nvPr/>
        </p:nvSpPr>
        <p:spPr>
          <a:xfrm>
            <a:off x="7845552" y="1709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Clip-on mount — no drilling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635240" y="2295144"/>
            <a:ext cx="82296" cy="82296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53" name="Text 51"/>
          <p:cNvSpPr/>
          <p:nvPr/>
        </p:nvSpPr>
        <p:spPr>
          <a:xfrm>
            <a:off x="7845552" y="21671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 grip surface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635240" y="4215384"/>
            <a:ext cx="82296" cy="82296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55" name="Text 53"/>
          <p:cNvSpPr/>
          <p:nvPr/>
        </p:nvSpPr>
        <p:spPr>
          <a:xfrm>
            <a:off x="7845552" y="40873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resistance dial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635240" y="4672584"/>
            <a:ext cx="82296" cy="82296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57" name="Text 55"/>
          <p:cNvSpPr/>
          <p:nvPr/>
        </p:nvSpPr>
        <p:spPr>
          <a:xfrm>
            <a:off x="7845552" y="45445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Hinge-side positioning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635240" y="5138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REMOVABLE · ADJUSTABLE · NOT PERMANENT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20" dirty="0">
                <a:solidFill>
                  <a:srgbClr val="9B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BUY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Extra Time. Real Extra Effort.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365760" cy="365760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PROFESSIONAL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i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never leave my desk.”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1993392"/>
            <a:ext cx="365760" cy="365760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0" name="Text 8"/>
          <p:cNvSpPr/>
          <p:nvPr/>
        </p:nvSpPr>
        <p:spPr>
          <a:xfrm>
            <a:off x="5102352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1144" y="260604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i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“I’ll go to the gym tomorrow.”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0144" y="173736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1993392"/>
            <a:ext cx="365760" cy="365760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4" name="Text 12"/>
          <p:cNvSpPr/>
          <p:nvPr/>
        </p:nvSpPr>
        <p:spPr>
          <a:xfrm>
            <a:off x="8787384" y="1993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WELLNESS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2606040"/>
            <a:ext cx="2916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i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movement part of the environment.”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600200" cy="594360"/>
          </a:xfrm>
          <a:prstGeom prst="roundRect">
            <a:avLst>
              <a:gd name="adj" fmla="val 15385"/>
            </a:avLst>
          </a:prstGeom>
          <a:solidFill>
            <a:srgbClr val="11111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13432" y="4201668"/>
            <a:ext cx="310896" cy="146304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3977640"/>
            <a:ext cx="1600200" cy="594360"/>
          </a:xfrm>
          <a:prstGeom prst="roundRect">
            <a:avLst>
              <a:gd name="adj" fmla="val 15385"/>
            </a:avLst>
          </a:prstGeom>
          <a:solidFill>
            <a:srgbClr val="D6FF3D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3977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70832" y="4201668"/>
            <a:ext cx="310896" cy="146304"/>
          </a:xfrm>
          <a:prstGeom prst="rightArrow">
            <a:avLst/>
          </a:prstGeom>
          <a:solidFill>
            <a:srgbClr val="6B6B70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977640"/>
            <a:ext cx="1600200" cy="594360"/>
          </a:xfrm>
          <a:prstGeom prst="roundRect">
            <a:avLst>
              <a:gd name="adj" fmla="val 15385"/>
            </a:avLst>
          </a:prstGeom>
          <a:solidFill>
            <a:srgbClr val="11111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9776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4005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schedule · No gym trip · No app · No habit to remember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230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APPS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550468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activity.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9632" y="507492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111113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5230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DOORCEPS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55664" y="550468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incidental activity.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WALK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GYM.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58368" y="3063240"/>
            <a:ext cx="2377440" cy="0"/>
          </a:xfrm>
          <a:prstGeom prst="line">
            <a:avLst/>
          </a:prstGeom>
          <a:noFill/>
          <a:ln w="19050">
            <a:solidFill>
              <a:srgbClr val="3A3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3375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6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Doorway Into a Rep.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47888" y="1115568"/>
            <a:ext cx="2798064" cy="4352544"/>
          </a:xfrm>
          <a:prstGeom prst="rect">
            <a:avLst/>
          </a:prstGeom>
          <a:ln w="38100">
            <a:solidFill>
              <a:srgbClr val="3A3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80160"/>
            <a:ext cx="2468880" cy="4023360"/>
          </a:xfrm>
          <a:prstGeom prst="rect">
            <a:avLst/>
          </a:prstGeom>
          <a:solidFill>
            <a:srgbClr val="18181B"/>
          </a:solidFill>
          <a:ln w="19050">
            <a:solidFill>
              <a:srgbClr val="3A3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53044" y="1754734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9" name="Shape 7"/>
          <p:cNvSpPr/>
          <p:nvPr/>
        </p:nvSpPr>
        <p:spPr>
          <a:xfrm>
            <a:off x="8353044" y="1944929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0" name="Shape 8"/>
          <p:cNvSpPr/>
          <p:nvPr/>
        </p:nvSpPr>
        <p:spPr>
          <a:xfrm>
            <a:off x="8353044" y="2135124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1" name="Shape 9"/>
          <p:cNvSpPr/>
          <p:nvPr/>
        </p:nvSpPr>
        <p:spPr>
          <a:xfrm>
            <a:off x="8353044" y="4329684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3044" y="4519879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3" name="Shape 11"/>
          <p:cNvSpPr/>
          <p:nvPr/>
        </p:nvSpPr>
        <p:spPr>
          <a:xfrm>
            <a:off x="8353044" y="4710074"/>
            <a:ext cx="118872" cy="118872"/>
          </a:xfrm>
          <a:prstGeom prst="ellipse">
            <a:avLst/>
          </a:prstGeom>
          <a:solidFill>
            <a:srgbClr val="D6FF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560613" y="3140964"/>
            <a:ext cx="839419" cy="301752"/>
          </a:xfrm>
          <a:prstGeom prst="roundRect">
            <a:avLst>
              <a:gd name="adj" fmla="val 50000"/>
            </a:avLst>
          </a:prstGeom>
          <a:solidFill>
            <a:srgbClr val="222226"/>
          </a:solidFill>
          <a:ln w="28575">
            <a:solidFill>
              <a:srgbClr val="D6F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5285" y="3213384"/>
            <a:ext cx="0" cy="156911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0322" y="3213384"/>
            <a:ext cx="0" cy="156911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5360" y="3213384"/>
            <a:ext cx="0" cy="156911"/>
          </a:xfrm>
          <a:prstGeom prst="line">
            <a:avLst/>
          </a:prstGeom>
          <a:noFill/>
          <a:ln w="15875">
            <a:solidFill>
              <a:srgbClr val="D6FF3D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7135" y="3198297"/>
            <a:ext cx="187086" cy="187086"/>
          </a:xfrm>
          <a:prstGeom prst="ellipse">
            <a:avLst/>
          </a:prstGeom>
          <a:solidFill>
            <a:srgbClr val="0B0B0D"/>
          </a:solidFill>
          <a:ln w="25400">
            <a:solidFill>
              <a:srgbClr val="D6F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90678" y="3231972"/>
            <a:ext cx="0" cy="59868"/>
          </a:xfrm>
          <a:prstGeom prst="line">
            <a:avLst/>
          </a:prstGeom>
          <a:noFill/>
          <a:ln w="19050">
            <a:solidFill>
              <a:srgbClr val="D6F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 flipV="1">
            <a:off x="8686526" y="1234440"/>
            <a:ext cx="1135685" cy="548640"/>
          </a:xfrm>
          <a:prstGeom prst="curvedRightArrow">
            <a:avLst/>
          </a:prstGeom>
          <a:solidFill>
            <a:srgbClr val="D6F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DOORCEPS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277</Words>
  <Application>Microsoft Office PowerPoint</Application>
  <PresentationFormat>Widescreen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 KHANDELWAL</cp:lastModifiedBy>
  <cp:revision>3</cp:revision>
  <dcterms:created xsi:type="dcterms:W3CDTF">2026-09-08T16:00:14Z</dcterms:created>
  <dcterms:modified xsi:type="dcterms:W3CDTF">2026-09-08T16:25:57Z</dcterms:modified>
</cp:coreProperties>
</file>